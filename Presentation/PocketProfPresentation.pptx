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Lexen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1: Welcome everyone. We're Team Pocket Professor.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My name is ___ and with me today are ___ and ____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Together we designed, built, and programmed a physical AI assistant named the Pocket Professor; and today we are here to walk you through how it came to life. Lets get into it.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1: We will start with Who we are, then briefly walk through the project, what it is, how the scope changed, and what we built it with.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We will do a live demo, then wrap it up with what went well, what didn’t, and what we learned.</a:t>
            </a:r>
            <a:endParaRPr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1: Introduce each team member and their role.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2: The Pocket Professor is a small physical device that sits on your desk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and helps you troubleshoot IT problems without breaking your focus.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Instead of Googling or reaching for your phone, you ask it a question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and it gives you a hint to point you in the right direction.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It uses a Raspberry Pi, a camera, a microphone, and a speaker.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All local, no internet required.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2: Describe the original plan.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8-inch model, voice interaction, hint-based AI, camera, face-down detection.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This was our starting point before things evolved.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2: Explain what changed and why.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We grew the model to 11 inches to fit the hardware.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Face-down detection was removed due to hardware safety and time constraints.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Core features stayed the same.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3: Walk through the tech stack.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For hardware: Raspberry Pi 5, a camera module, microphone, and speaker.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For software: Python, speech-to-text, text-to-speech,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and an open-source AI model running fully locally.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We chose these because they're low cost, don't need internet,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and Python makes it easy to tie everything together.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3: This is the live demo section we are going to do a live demo of the Pocker Professor.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Show the device working end-to-end: ask it a question something like: Why is my computer crashing on boot?, it replies with a hint.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After the Pocket Professor responds say: Notice it didn't just give me the answer, it pointed me in the right direction. That's the whole idea. You stay in problem-solving mode without pulling out your phone or getting distracted.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Keep it under 5 minutes.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3: Talk about what went well.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We built a working prototype,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Successfully integrated camera, audio, and AI.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The team adapted well when the 3D print had to be redone.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1: Be honest about the challenges.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Communication gaps, we didn't always share progress.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Didn't use GitHub enough for version control which made tracking changes messy.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3D printing had to be completely redone..over 50 hours lost.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1: Share what we'd do differently.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Communicate consistently, even a quick update helps.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Use GitHub from day one.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Verify designs before committing to long print jobs, print the most important parts first and go from there.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Person 2: We set out to build a hands-free AI assistant and we built it.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We hit real challenges but figured it out.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The biggest lesson: plan well and communicate early.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d47b0fc8f_0_1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d47b0fc8f_0_1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Presenatation, Thank audience and ask if anyone has questions.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5604" y="532200"/>
            <a:ext cx="43530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 Pocket Professor</a:t>
            </a:r>
            <a:r>
              <a:rPr lang="en">
                <a:solidFill>
                  <a:schemeClr val="lt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	</a:t>
            </a:r>
            <a:endParaRPr>
              <a:solidFill>
                <a:schemeClr val="lt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9350" y="2549200"/>
            <a:ext cx="3599400" cy="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7255"/>
              <a:buNone/>
            </a:pPr>
            <a:r>
              <a:rPr lang="en" sz="2400" u="sng">
                <a:solidFill>
                  <a:schemeClr val="lt1"/>
                </a:solidFill>
              </a:rPr>
              <a:t>Saige Gee , </a:t>
            </a:r>
            <a:endParaRPr sz="2400" u="sng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7255"/>
              <a:buNone/>
            </a:pPr>
            <a:r>
              <a:rPr lang="en" sz="2400" u="sng">
                <a:solidFill>
                  <a:schemeClr val="lt1"/>
                </a:solidFill>
              </a:rPr>
              <a:t>Lukas Gairdner, </a:t>
            </a:r>
            <a:endParaRPr sz="2400" u="sng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7255"/>
              <a:buNone/>
            </a:pPr>
            <a:r>
              <a:rPr lang="en" sz="2400" u="sng">
                <a:solidFill>
                  <a:schemeClr val="lt1"/>
                </a:solidFill>
              </a:rPr>
              <a:t>Bekah Vanderzee </a:t>
            </a:r>
            <a:endParaRPr sz="2400"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80973" y="24646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dirty="0">
                <a:solidFill>
                  <a:schemeClr val="lt1"/>
                </a:solidFill>
              </a:rPr>
              <a:t>Agenda</a:t>
            </a:r>
            <a:endParaRPr sz="2720" dirty="0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819164"/>
            <a:ext cx="8520600" cy="421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Team Introduction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Project Overview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Original vs Final Scope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Technology Used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Demo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Challenges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Lessons Learned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Conclusion</a:t>
            </a:r>
            <a:endParaRPr sz="22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20"/>
              <a:buNone/>
            </a:pPr>
            <a:r>
              <a:rPr lang="en">
                <a:solidFill>
                  <a:srgbClr val="000000"/>
                </a:solidFill>
              </a:rPr>
              <a:t>Team </a:t>
            </a:r>
            <a:r>
              <a:rPr lang="en" sz="2800">
                <a:solidFill>
                  <a:srgbClr val="000000"/>
                </a:solidFill>
              </a:rPr>
              <a:t>Introduction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0416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 b="1" dirty="0">
                <a:solidFill>
                  <a:srgbClr val="434343"/>
                </a:solidFill>
              </a:rPr>
              <a:t>Saige Gee</a:t>
            </a:r>
            <a:r>
              <a:rPr lang="en" sz="2300" b="1" dirty="0">
                <a:solidFill>
                  <a:srgbClr val="434343"/>
                </a:solidFill>
              </a:rPr>
              <a:t>  </a:t>
            </a:r>
            <a:endParaRPr sz="2300" b="1" dirty="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 dirty="0">
                <a:solidFill>
                  <a:srgbClr val="434343"/>
                </a:solidFill>
              </a:rPr>
              <a:t>3D-Printing the Pocket Professor and Code Help</a:t>
            </a:r>
            <a:endParaRPr sz="2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200" b="1" dirty="0">
                <a:solidFill>
                  <a:srgbClr val="434343"/>
                </a:solidFill>
              </a:rPr>
              <a:t>Lukas Gairdner</a:t>
            </a:r>
            <a:endParaRPr sz="2200" b="1" dirty="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 dirty="0">
                <a:solidFill>
                  <a:srgbClr val="434343"/>
                </a:solidFill>
              </a:rPr>
              <a:t>Coding and Hardware Setup</a:t>
            </a:r>
            <a:endParaRPr sz="2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200" b="1" dirty="0">
                <a:solidFill>
                  <a:srgbClr val="434343"/>
                </a:solidFill>
              </a:rPr>
              <a:t>Bekah Vanderzee</a:t>
            </a:r>
            <a:endParaRPr sz="2200" b="1" dirty="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2100" dirty="0">
                <a:solidFill>
                  <a:srgbClr val="434343"/>
                </a:solidFill>
              </a:rPr>
              <a:t>Code Help, Documentation and Source Research</a:t>
            </a:r>
            <a:endParaRPr sz="21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288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2949"/>
              <a:buNone/>
            </a:pPr>
            <a:r>
              <a:rPr lang="en" sz="3022" dirty="0">
                <a:solidFill>
                  <a:schemeClr val="lt1"/>
                </a:solidFill>
              </a:rPr>
              <a:t>Project Overview</a:t>
            </a:r>
            <a:endParaRPr sz="3022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9875" y="1039091"/>
            <a:ext cx="8782500" cy="352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" sz="2100" b="1" dirty="0">
                <a:solidFill>
                  <a:srgbClr val="434343"/>
                </a:solidFill>
              </a:rPr>
              <a:t>Physical AI assistant</a:t>
            </a:r>
            <a:r>
              <a:rPr lang="en" sz="2100" dirty="0">
                <a:solidFill>
                  <a:srgbClr val="434343"/>
                </a:solidFill>
              </a:rPr>
              <a:t> that helps users troubleshoot IT problems hands-free</a:t>
            </a:r>
          </a:p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</a:pPr>
            <a:endParaRPr sz="2100" dirty="0">
              <a:solidFill>
                <a:srgbClr val="434343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" sz="2100" b="1" dirty="0">
                <a:solidFill>
                  <a:srgbClr val="434343"/>
                </a:solidFill>
              </a:rPr>
              <a:t>Powered by Raspberry Pi</a:t>
            </a:r>
            <a:r>
              <a:rPr lang="en" sz="2100" dirty="0">
                <a:solidFill>
                  <a:srgbClr val="434343"/>
                </a:solidFill>
              </a:rPr>
              <a:t> with open-source AI, camera, microphone, and speaker</a:t>
            </a:r>
          </a:p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</a:pPr>
            <a:endParaRPr sz="2100" dirty="0">
              <a:solidFill>
                <a:srgbClr val="434343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" sz="2100" b="1" dirty="0">
                <a:solidFill>
                  <a:srgbClr val="434343"/>
                </a:solidFill>
              </a:rPr>
              <a:t>Gives hints, not answers</a:t>
            </a:r>
            <a:r>
              <a:rPr lang="en" sz="2100" dirty="0">
                <a:solidFill>
                  <a:srgbClr val="434343"/>
                </a:solidFill>
              </a:rPr>
              <a:t>, keeps users focused and off their phones</a:t>
            </a:r>
            <a:endParaRPr sz="21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207791" y="290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dirty="0">
                <a:solidFill>
                  <a:schemeClr val="lt1"/>
                </a:solidFill>
              </a:rPr>
              <a:t>Original Scope</a:t>
            </a:r>
            <a:endParaRPr sz="272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207791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Physical 8 inch tall model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Voice Interaction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Hint-Based AI Responses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Camera-Based Workspace Viewing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Face-Down Detection</a:t>
            </a:r>
            <a:endParaRPr sz="23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dirty="0">
                <a:solidFill>
                  <a:schemeClr val="lt1"/>
                </a:solidFill>
              </a:rPr>
              <a:t>Final Scope	</a:t>
            </a:r>
            <a:endParaRPr sz="2720" dirty="0">
              <a:solidFill>
                <a:schemeClr val="lt1"/>
              </a:solidFill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Physical 11 inch tall model</a:t>
            </a:r>
          </a:p>
          <a:p>
            <a:pPr marL="825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None/>
            </a:pP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Voice Interaction</a:t>
            </a:r>
          </a:p>
          <a:p>
            <a:pPr marL="825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None/>
            </a:pP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Hint-Based AI responses</a:t>
            </a:r>
          </a:p>
          <a:p>
            <a:pPr marL="825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None/>
            </a:pP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Camera-Based Workplace Viewing</a:t>
            </a: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b="1" dirty="0">
                <a:solidFill>
                  <a:srgbClr val="434343"/>
                </a:solidFill>
              </a:rPr>
              <a:t>Face-Down Detection</a:t>
            </a:r>
            <a:r>
              <a:rPr lang="en" sz="2300" dirty="0">
                <a:solidFill>
                  <a:srgbClr val="434343"/>
                </a:solidFill>
              </a:rPr>
              <a:t> removed for hardware safety and time constraints </a:t>
            </a:r>
            <a:endParaRPr sz="23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-82725" y="61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>
                <a:solidFill>
                  <a:schemeClr val="lt1"/>
                </a:solidFill>
              </a:rPr>
              <a:t>Technology Stack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-58775" y="566125"/>
            <a:ext cx="8661300" cy="338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Raspberry Pi 5</a:t>
            </a:r>
            <a:endParaRPr lang="en-CA" sz="1600" dirty="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-CA" sz="1600" dirty="0">
                <a:solidFill>
                  <a:srgbClr val="434343"/>
                </a:solidFill>
              </a:rPr>
              <a:t>Camera, Microphone and Speaker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Python </a:t>
            </a:r>
            <a:endParaRPr sz="1600" dirty="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Speech-to-Text + Text-to-Speech</a:t>
            </a:r>
            <a:endParaRPr sz="1600" dirty="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Open-Source AI model</a:t>
            </a:r>
            <a:endParaRPr sz="16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lt1"/>
                </a:solidFill>
              </a:rPr>
              <a:t>Why These Technologies?</a:t>
            </a:r>
            <a:endParaRPr dirty="0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Low cost</a:t>
            </a:r>
            <a:endParaRPr sz="1600" dirty="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Runs locally</a:t>
            </a:r>
            <a:endParaRPr sz="1600" dirty="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Flexible with Python</a:t>
            </a:r>
            <a:endParaRPr sz="1600" dirty="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Supports hardware integration</a:t>
            </a:r>
            <a:endParaRPr sz="1600" dirty="0">
              <a:solidFill>
                <a:srgbClr val="434343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1600" dirty="0">
                <a:solidFill>
                  <a:srgbClr val="434343"/>
                </a:solidFill>
              </a:rPr>
              <a:t>Easily portable</a:t>
            </a:r>
            <a:endParaRPr sz="1600" dirty="0">
              <a:solidFill>
                <a:srgbClr val="434343"/>
              </a:solidFill>
            </a:endParaRPr>
          </a:p>
        </p:txBody>
      </p:sp>
      <p:pic>
        <p:nvPicPr>
          <p:cNvPr id="92" name="Google Shape;92;p19" title="IMG_321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4175" y="2712625"/>
            <a:ext cx="3857626" cy="243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 title="IMG_3198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4175" y="0"/>
            <a:ext cx="3857626" cy="2712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>
                <a:solidFill>
                  <a:schemeClr val="lt1"/>
                </a:solidFill>
              </a:rPr>
              <a:t>Good Parts (Strengths)</a:t>
            </a:r>
            <a:endParaRPr sz="2720">
              <a:solidFill>
                <a:schemeClr val="lt1"/>
              </a:solidFill>
            </a:endParaRPr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Functional Working Prototype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Successful Hardware Integration (Camera, Audio, AI)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Hands-Free Interaction Achieved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Team Adaptability to Setbacks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Improved Workflow Over Time</a:t>
            </a:r>
            <a:endParaRPr sz="23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>
                <a:solidFill>
                  <a:srgbClr val="000000"/>
                </a:solidFill>
              </a:rPr>
              <a:t>Challenges</a:t>
            </a:r>
            <a:endParaRPr sz="2720">
              <a:solidFill>
                <a:srgbClr val="000000"/>
              </a:solidFill>
            </a:endParaRPr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66475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Communication Gaps within Team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Limited use of GitHub and Git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Time Management Challenges</a:t>
            </a:r>
            <a:endParaRPr sz="2200" dirty="0">
              <a:solidFill>
                <a:srgbClr val="434343"/>
              </a:solidFill>
            </a:endParaRPr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" sz="2200" dirty="0">
                <a:solidFill>
                  <a:srgbClr val="434343"/>
                </a:solidFill>
              </a:rPr>
              <a:t>3D Printing Redesign Caused Significant Delays</a:t>
            </a:r>
            <a:endParaRPr sz="22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>
                <a:solidFill>
                  <a:schemeClr val="lt1"/>
                </a:solidFill>
              </a:rPr>
              <a:t>Lessons Learned</a:t>
            </a:r>
            <a:endParaRPr sz="2720">
              <a:solidFill>
                <a:schemeClr val="lt1"/>
              </a:solidFill>
            </a:endParaRPr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Importance of Consistent Communication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Use of Collaboration Tools (Github) Effectively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Plan and Verify Before Printing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Strong Time Management is Crucial</a:t>
            </a:r>
            <a:endParaRPr sz="23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37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dirty="0">
                <a:solidFill>
                  <a:schemeClr val="lt1"/>
                </a:solidFill>
              </a:rPr>
              <a:t>Conclusion</a:t>
            </a:r>
            <a:endParaRPr sz="2720" dirty="0">
              <a:solidFill>
                <a:schemeClr val="lt1"/>
              </a:solidFill>
            </a:endParaRPr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158000" y="9542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Successfully Built Functional Prototype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Achieved Core Goals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Valuable Technical + Teamwork Experience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Future Improvements Possible</a:t>
            </a:r>
            <a:endParaRPr sz="2300" dirty="0">
              <a:solidFill>
                <a:srgbClr val="434343"/>
              </a:solidFill>
            </a:endParaRPr>
          </a:p>
          <a:p>
            <a:pPr marL="457200" lvl="0" indent="-374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300"/>
              <a:buChar char="●"/>
            </a:pPr>
            <a:r>
              <a:rPr lang="en" sz="2300" dirty="0">
                <a:solidFill>
                  <a:srgbClr val="434343"/>
                </a:solidFill>
              </a:rPr>
              <a:t>Key Lessons in Communication and Project Planning</a:t>
            </a:r>
            <a:endParaRPr sz="23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Microsoft Office PowerPoint</Application>
  <PresentationFormat>On-screen Show (16:9)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Lexend</vt:lpstr>
      <vt:lpstr>Arial</vt:lpstr>
      <vt:lpstr>Simple Dark</vt:lpstr>
      <vt:lpstr>The Pocket Professor </vt:lpstr>
      <vt:lpstr>Agenda</vt:lpstr>
      <vt:lpstr>Team Introduction</vt:lpstr>
      <vt:lpstr>Project Overview </vt:lpstr>
      <vt:lpstr>Original Scope </vt:lpstr>
      <vt:lpstr>Final Scope </vt:lpstr>
      <vt:lpstr>Technology Stack</vt:lpstr>
      <vt:lpstr>PowerPoint Presentation</vt:lpstr>
      <vt:lpstr>Good Parts (Strengths)</vt:lpstr>
      <vt:lpstr>Challenges</vt:lpstr>
      <vt:lpstr>Lessons Learned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bekah vanderzee</cp:lastModifiedBy>
  <cp:revision>1</cp:revision>
  <dcterms:modified xsi:type="dcterms:W3CDTF">2026-04-05T22:07:19Z</dcterms:modified>
</cp:coreProperties>
</file>